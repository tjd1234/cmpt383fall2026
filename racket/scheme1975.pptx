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73" r:id="rId3"/>
    <p:sldId id="274" r:id="rId4"/>
    <p:sldId id="280" r:id="rId5"/>
    <p:sldId id="279" r:id="rId6"/>
    <p:sldId id="281" r:id="rId7"/>
    <p:sldId id="275" r:id="rId8"/>
    <p:sldId id="277" r:id="rId9"/>
    <p:sldId id="276" r:id="rId10"/>
    <p:sldId id="272" r:id="rId11"/>
    <p:sldId id="266" r:id="rId12"/>
    <p:sldId id="265" r:id="rId13"/>
    <p:sldId id="259" r:id="rId14"/>
    <p:sldId id="267" r:id="rId15"/>
    <p:sldId id="270" r:id="rId16"/>
    <p:sldId id="260" r:id="rId17"/>
    <p:sldId id="261" r:id="rId18"/>
    <p:sldId id="264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1C8FB8-671E-BB4F-9753-5E483A41CECE}" v="1" dt="2026-06-18T17:38:07.3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01" autoAdjust="0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sldOrd">
      <pc:chgData name="Toby Donaldson" userId="2e6e5431-bb17-4c41-9985-d39c50d83c73" providerId="ADAL" clId="{F31BC264-820E-54C4-A6D1-F92AF9CC222E}" dt="2026-06-18T21:36:57.798" v="154" actId="20577"/>
      <pc:docMkLst>
        <pc:docMk/>
      </pc:docMkLst>
      <pc:sldChg chg="modSp mod">
        <pc:chgData name="Toby Donaldson" userId="2e6e5431-bb17-4c41-9985-d39c50d83c73" providerId="ADAL" clId="{F31BC264-820E-54C4-A6D1-F92AF9CC222E}" dt="2026-06-18T21:36:57.798" v="154" actId="20577"/>
        <pc:sldMkLst>
          <pc:docMk/>
          <pc:sldMk cId="247949623" sldId="261"/>
        </pc:sldMkLst>
        <pc:spChg chg="mod">
          <ac:chgData name="Toby Donaldson" userId="2e6e5431-bb17-4c41-9985-d39c50d83c73" providerId="ADAL" clId="{F31BC264-820E-54C4-A6D1-F92AF9CC222E}" dt="2026-06-18T21:36:57.798" v="154" actId="20577"/>
          <ac:spMkLst>
            <pc:docMk/>
            <pc:sldMk cId="247949623" sldId="261"/>
            <ac:spMk id="3" creationId="{E45AFAE3-7D9D-4DB0-A01B-CD046F1E7D5F}"/>
          </ac:spMkLst>
        </pc:spChg>
      </pc:sldChg>
      <pc:sldChg chg="modSp mod">
        <pc:chgData name="Toby Donaldson" userId="2e6e5431-bb17-4c41-9985-d39c50d83c73" providerId="ADAL" clId="{F31BC264-820E-54C4-A6D1-F92AF9CC222E}" dt="2026-06-18T17:41:50.989" v="44" actId="20577"/>
        <pc:sldMkLst>
          <pc:docMk/>
          <pc:sldMk cId="2446324911" sldId="265"/>
        </pc:sldMkLst>
        <pc:spChg chg="mod">
          <ac:chgData name="Toby Donaldson" userId="2e6e5431-bb17-4c41-9985-d39c50d83c73" providerId="ADAL" clId="{F31BC264-820E-54C4-A6D1-F92AF9CC222E}" dt="2026-06-18T17:41:50.989" v="44" actId="20577"/>
          <ac:spMkLst>
            <pc:docMk/>
            <pc:sldMk cId="2446324911" sldId="265"/>
            <ac:spMk id="13" creationId="{070A0247-E84A-DDE7-4901-76D5D335370E}"/>
          </ac:spMkLst>
        </pc:spChg>
      </pc:sldChg>
      <pc:sldChg chg="modSp mod">
        <pc:chgData name="Toby Donaldson" userId="2e6e5431-bb17-4c41-9985-d39c50d83c73" providerId="ADAL" clId="{F31BC264-820E-54C4-A6D1-F92AF9CC222E}" dt="2026-06-18T21:35:04.628" v="78" actId="20577"/>
        <pc:sldMkLst>
          <pc:docMk/>
          <pc:sldMk cId="251576758" sldId="267"/>
        </pc:sldMkLst>
        <pc:spChg chg="mod">
          <ac:chgData name="Toby Donaldson" userId="2e6e5431-bb17-4c41-9985-d39c50d83c73" providerId="ADAL" clId="{F31BC264-820E-54C4-A6D1-F92AF9CC222E}" dt="2026-06-18T21:35:04.628" v="78" actId="20577"/>
          <ac:spMkLst>
            <pc:docMk/>
            <pc:sldMk cId="251576758" sldId="267"/>
            <ac:spMk id="2" creationId="{AFC4F8B7-DF69-4161-80D5-5D65C38F8A33}"/>
          </ac:spMkLst>
        </pc:spChg>
      </pc:sldChg>
      <pc:sldChg chg="delSp modSp mod">
        <pc:chgData name="Toby Donaldson" userId="2e6e5431-bb17-4c41-9985-d39c50d83c73" providerId="ADAL" clId="{F31BC264-820E-54C4-A6D1-F92AF9CC222E}" dt="2026-06-18T21:35:39.677" v="85" actId="20577"/>
        <pc:sldMkLst>
          <pc:docMk/>
          <pc:sldMk cId="2072605454" sldId="270"/>
        </pc:sldMkLst>
        <pc:spChg chg="mod">
          <ac:chgData name="Toby Donaldson" userId="2e6e5431-bb17-4c41-9985-d39c50d83c73" providerId="ADAL" clId="{F31BC264-820E-54C4-A6D1-F92AF9CC222E}" dt="2026-06-18T21:35:11.572" v="81" actId="20577"/>
          <ac:spMkLst>
            <pc:docMk/>
            <pc:sldMk cId="2072605454" sldId="270"/>
            <ac:spMk id="2" creationId="{3AB70837-CC6E-409E-828B-6F152569432E}"/>
          </ac:spMkLst>
        </pc:spChg>
        <pc:spChg chg="mod">
          <ac:chgData name="Toby Donaldson" userId="2e6e5431-bb17-4c41-9985-d39c50d83c73" providerId="ADAL" clId="{F31BC264-820E-54C4-A6D1-F92AF9CC222E}" dt="2026-06-18T21:35:39.677" v="85" actId="20577"/>
          <ac:spMkLst>
            <pc:docMk/>
            <pc:sldMk cId="2072605454" sldId="270"/>
            <ac:spMk id="3" creationId="{9D85EADE-0C03-49DA-BB59-0942833F47FA}"/>
          </ac:spMkLst>
        </pc:spChg>
        <pc:spChg chg="del mod">
          <ac:chgData name="Toby Donaldson" userId="2e6e5431-bb17-4c41-9985-d39c50d83c73" providerId="ADAL" clId="{F31BC264-820E-54C4-A6D1-F92AF9CC222E}" dt="2026-06-18T21:35:28.523" v="83" actId="21"/>
          <ac:spMkLst>
            <pc:docMk/>
            <pc:sldMk cId="2072605454" sldId="270"/>
            <ac:spMk id="4" creationId="{BE3E16A3-1414-47FA-A3BB-3ABF0D84A1FE}"/>
          </ac:spMkLst>
        </pc:spChg>
      </pc:sldChg>
      <pc:sldChg chg="modSp mod">
        <pc:chgData name="Toby Donaldson" userId="2e6e5431-bb17-4c41-9985-d39c50d83c73" providerId="ADAL" clId="{F31BC264-820E-54C4-A6D1-F92AF9CC222E}" dt="2026-06-18T21:34:05.555" v="75" actId="20577"/>
        <pc:sldMkLst>
          <pc:docMk/>
          <pc:sldMk cId="1031835898" sldId="272"/>
        </pc:sldMkLst>
        <pc:spChg chg="mod">
          <ac:chgData name="Toby Donaldson" userId="2e6e5431-bb17-4c41-9985-d39c50d83c73" providerId="ADAL" clId="{F31BC264-820E-54C4-A6D1-F92AF9CC222E}" dt="2026-06-18T17:40:58.369" v="38" actId="27636"/>
          <ac:spMkLst>
            <pc:docMk/>
            <pc:sldMk cId="1031835898" sldId="272"/>
            <ac:spMk id="4" creationId="{8D140EF2-7A80-4170-96C7-C567343A91EE}"/>
          </ac:spMkLst>
        </pc:spChg>
        <pc:spChg chg="mod">
          <ac:chgData name="Toby Donaldson" userId="2e6e5431-bb17-4c41-9985-d39c50d83c73" providerId="ADAL" clId="{F31BC264-820E-54C4-A6D1-F92AF9CC222E}" dt="2026-06-18T21:34:05.555" v="75" actId="20577"/>
          <ac:spMkLst>
            <pc:docMk/>
            <pc:sldMk cId="1031835898" sldId="272"/>
            <ac:spMk id="8" creationId="{E2400FBB-A4E6-4E19-BEB2-E43F372AEDD9}"/>
          </ac:spMkLst>
        </pc:spChg>
      </pc:sldChg>
      <pc:sldChg chg="delSp modSp mod">
        <pc:chgData name="Toby Donaldson" userId="2e6e5431-bb17-4c41-9985-d39c50d83c73" providerId="ADAL" clId="{F31BC264-820E-54C4-A6D1-F92AF9CC222E}" dt="2026-06-18T17:38:37.798" v="17" actId="21"/>
        <pc:sldMkLst>
          <pc:docMk/>
          <pc:sldMk cId="962438491" sldId="274"/>
        </pc:sldMkLst>
        <pc:spChg chg="del">
          <ac:chgData name="Toby Donaldson" userId="2e6e5431-bb17-4c41-9985-d39c50d83c73" providerId="ADAL" clId="{F31BC264-820E-54C4-A6D1-F92AF9CC222E}" dt="2026-06-18T17:38:07.309" v="11" actId="21"/>
          <ac:spMkLst>
            <pc:docMk/>
            <pc:sldMk cId="962438491" sldId="274"/>
            <ac:spMk id="5" creationId="{F2D67297-229B-3E0F-FFE3-E73B7D2D46D5}"/>
          </ac:spMkLst>
        </pc:spChg>
        <pc:spChg chg="del mod">
          <ac:chgData name="Toby Donaldson" userId="2e6e5431-bb17-4c41-9985-d39c50d83c73" providerId="ADAL" clId="{F31BC264-820E-54C4-A6D1-F92AF9CC222E}" dt="2026-06-18T17:38:37.798" v="17" actId="21"/>
          <ac:spMkLst>
            <pc:docMk/>
            <pc:sldMk cId="962438491" sldId="274"/>
            <ac:spMk id="16" creationId="{0CB80DD0-CAD0-477C-0E28-FF01DE67E160}"/>
          </ac:spMkLst>
        </pc:spChg>
        <pc:spChg chg="mod">
          <ac:chgData name="Toby Donaldson" userId="2e6e5431-bb17-4c41-9985-d39c50d83c73" providerId="ADAL" clId="{F31BC264-820E-54C4-A6D1-F92AF9CC222E}" dt="2026-06-18T17:38:11.981" v="12" actId="1076"/>
          <ac:spMkLst>
            <pc:docMk/>
            <pc:sldMk cId="962438491" sldId="274"/>
            <ac:spMk id="19" creationId="{23530188-1C40-2C32-5B87-5534EF6CEC9A}"/>
          </ac:spMkLst>
        </pc:spChg>
        <pc:spChg chg="del mod">
          <ac:chgData name="Toby Donaldson" userId="2e6e5431-bb17-4c41-9985-d39c50d83c73" providerId="ADAL" clId="{F31BC264-820E-54C4-A6D1-F92AF9CC222E}" dt="2026-06-18T17:38:37.798" v="17" actId="21"/>
          <ac:spMkLst>
            <pc:docMk/>
            <pc:sldMk cId="962438491" sldId="274"/>
            <ac:spMk id="22" creationId="{73F381D0-8C6A-5A01-20BC-A996D9E465CA}"/>
          </ac:spMkLst>
        </pc:spChg>
        <pc:picChg chg="del mod">
          <ac:chgData name="Toby Donaldson" userId="2e6e5431-bb17-4c41-9985-d39c50d83c73" providerId="ADAL" clId="{F31BC264-820E-54C4-A6D1-F92AF9CC222E}" dt="2026-06-18T17:38:37.798" v="17" actId="21"/>
          <ac:picMkLst>
            <pc:docMk/>
            <pc:sldMk cId="962438491" sldId="274"/>
            <ac:picMk id="4" creationId="{2C55B9D4-EA2B-7CB0-0CD8-0D1E7720431C}"/>
          </ac:picMkLst>
        </pc:picChg>
        <pc:picChg chg="del mod">
          <ac:chgData name="Toby Donaldson" userId="2e6e5431-bb17-4c41-9985-d39c50d83c73" providerId="ADAL" clId="{F31BC264-820E-54C4-A6D1-F92AF9CC222E}" dt="2026-06-18T17:38:37.798" v="17" actId="21"/>
          <ac:picMkLst>
            <pc:docMk/>
            <pc:sldMk cId="962438491" sldId="274"/>
            <ac:picMk id="7" creationId="{C46808C1-CFDA-DF22-2957-C868C304F164}"/>
          </ac:picMkLst>
        </pc:picChg>
        <pc:picChg chg="mod">
          <ac:chgData name="Toby Donaldson" userId="2e6e5431-bb17-4c41-9985-d39c50d83c73" providerId="ADAL" clId="{F31BC264-820E-54C4-A6D1-F92AF9CC222E}" dt="2026-06-18T17:38:11.981" v="12" actId="1076"/>
          <ac:picMkLst>
            <pc:docMk/>
            <pc:sldMk cId="962438491" sldId="274"/>
            <ac:picMk id="9" creationId="{AFE33563-555F-8EAF-38A1-15AF81D69B3A}"/>
          </ac:picMkLst>
        </pc:picChg>
        <pc:picChg chg="del mod">
          <ac:chgData name="Toby Donaldson" userId="2e6e5431-bb17-4c41-9985-d39c50d83c73" providerId="ADAL" clId="{F31BC264-820E-54C4-A6D1-F92AF9CC222E}" dt="2026-06-18T17:38:37.798" v="17" actId="21"/>
          <ac:picMkLst>
            <pc:docMk/>
            <pc:sldMk cId="962438491" sldId="274"/>
            <ac:picMk id="11" creationId="{3B14DEDC-8340-BAF7-CD22-7465E72E1698}"/>
          </ac:picMkLst>
        </pc:picChg>
        <pc:picChg chg="del">
          <ac:chgData name="Toby Donaldson" userId="2e6e5431-bb17-4c41-9985-d39c50d83c73" providerId="ADAL" clId="{F31BC264-820E-54C4-A6D1-F92AF9CC222E}" dt="2026-06-18T17:38:07.309" v="11" actId="21"/>
          <ac:picMkLst>
            <pc:docMk/>
            <pc:sldMk cId="962438491" sldId="274"/>
            <ac:picMk id="2050" creationId="{BB11DB6A-CA00-FBD5-56A1-AAAA9227F6D1}"/>
          </ac:picMkLst>
        </pc:picChg>
      </pc:sldChg>
      <pc:sldChg chg="delSp mod delAnim">
        <pc:chgData name="Toby Donaldson" userId="2e6e5431-bb17-4c41-9985-d39c50d83c73" providerId="ADAL" clId="{F31BC264-820E-54C4-A6D1-F92AF9CC222E}" dt="2026-06-18T17:39:54.073" v="25" actId="21"/>
        <pc:sldMkLst>
          <pc:docMk/>
          <pc:sldMk cId="4198230947" sldId="277"/>
        </pc:sldMkLst>
        <pc:spChg chg="del">
          <ac:chgData name="Toby Donaldson" userId="2e6e5431-bb17-4c41-9985-d39c50d83c73" providerId="ADAL" clId="{F31BC264-820E-54C4-A6D1-F92AF9CC222E}" dt="2026-06-18T17:39:54.073" v="25" actId="21"/>
          <ac:spMkLst>
            <pc:docMk/>
            <pc:sldMk cId="4198230947" sldId="277"/>
            <ac:spMk id="5" creationId="{8F75B901-2123-4EAE-9F0D-2187CE35C7C4}"/>
          </ac:spMkLst>
        </pc:spChg>
      </pc:sldChg>
      <pc:sldChg chg="modSp mod">
        <pc:chgData name="Toby Donaldson" userId="2e6e5431-bb17-4c41-9985-d39c50d83c73" providerId="ADAL" clId="{F31BC264-820E-54C4-A6D1-F92AF9CC222E}" dt="2026-06-18T21:22:37.595" v="71" actId="20577"/>
        <pc:sldMkLst>
          <pc:docMk/>
          <pc:sldMk cId="598291729" sldId="278"/>
        </pc:sldMkLst>
        <pc:spChg chg="mod">
          <ac:chgData name="Toby Donaldson" userId="2e6e5431-bb17-4c41-9985-d39c50d83c73" providerId="ADAL" clId="{F31BC264-820E-54C4-A6D1-F92AF9CC222E}" dt="2026-06-18T21:22:37.595" v="71" actId="20577"/>
          <ac:spMkLst>
            <pc:docMk/>
            <pc:sldMk cId="598291729" sldId="278"/>
            <ac:spMk id="3" creationId="{8D326F70-6E73-48ED-853E-D802A1F7CD4A}"/>
          </ac:spMkLst>
        </pc:spChg>
        <pc:spChg chg="mod">
          <ac:chgData name="Toby Donaldson" userId="2e6e5431-bb17-4c41-9985-d39c50d83c73" providerId="ADAL" clId="{F31BC264-820E-54C4-A6D1-F92AF9CC222E}" dt="2026-06-11T05:41:14.021" v="1" actId="20577"/>
          <ac:spMkLst>
            <pc:docMk/>
            <pc:sldMk cId="598291729" sldId="278"/>
            <ac:spMk id="7" creationId="{729F9EAB-E96A-4A13-B339-346BBE62D038}"/>
          </ac:spMkLst>
        </pc:spChg>
      </pc:sldChg>
      <pc:sldChg chg="addSp delSp add mod">
        <pc:chgData name="Toby Donaldson" userId="2e6e5431-bb17-4c41-9985-d39c50d83c73" providerId="ADAL" clId="{F31BC264-820E-54C4-A6D1-F92AF9CC222E}" dt="2026-06-18T17:39:24.154" v="24" actId="21"/>
        <pc:sldMkLst>
          <pc:docMk/>
          <pc:sldMk cId="2492672385" sldId="279"/>
        </pc:sldMkLst>
        <pc:spChg chg="add del">
          <ac:chgData name="Toby Donaldson" userId="2e6e5431-bb17-4c41-9985-d39c50d83c73" providerId="ADAL" clId="{F31BC264-820E-54C4-A6D1-F92AF9CC222E}" dt="2026-06-18T17:39:24.154" v="24" actId="21"/>
          <ac:spMkLst>
            <pc:docMk/>
            <pc:sldMk cId="2492672385" sldId="279"/>
            <ac:spMk id="16" creationId="{9ED173DB-3CB5-9ED3-3096-97AC77A6B7F2}"/>
          </ac:spMkLst>
        </pc:spChg>
        <pc:picChg chg="add del">
          <ac:chgData name="Toby Donaldson" userId="2e6e5431-bb17-4c41-9985-d39c50d83c73" providerId="ADAL" clId="{F31BC264-820E-54C4-A6D1-F92AF9CC222E}" dt="2026-06-18T17:39:24.154" v="24" actId="21"/>
          <ac:picMkLst>
            <pc:docMk/>
            <pc:sldMk cId="2492672385" sldId="279"/>
            <ac:picMk id="7" creationId="{4A2AF263-CECF-5E13-E4B4-12DE7B7EC1A9}"/>
          </ac:picMkLst>
        </pc:picChg>
      </pc:sldChg>
      <pc:sldChg chg="delSp add mod ord">
        <pc:chgData name="Toby Donaldson" userId="2e6e5431-bb17-4c41-9985-d39c50d83c73" providerId="ADAL" clId="{F31BC264-820E-54C4-A6D1-F92AF9CC222E}" dt="2026-06-18T17:39:01.803" v="20" actId="20578"/>
        <pc:sldMkLst>
          <pc:docMk/>
          <pc:sldMk cId="3265843497" sldId="280"/>
        </pc:sldMkLst>
        <pc:spChg chg="del">
          <ac:chgData name="Toby Donaldson" userId="2e6e5431-bb17-4c41-9985-d39c50d83c73" providerId="ADAL" clId="{F31BC264-820E-54C4-A6D1-F92AF9CC222E}" dt="2026-06-18T17:38:56.066" v="19" actId="21"/>
          <ac:spMkLst>
            <pc:docMk/>
            <pc:sldMk cId="3265843497" sldId="280"/>
            <ac:spMk id="16" creationId="{68D3E4C7-6EC8-B56D-C0F7-88F71FCF7A8E}"/>
          </ac:spMkLst>
        </pc:spChg>
        <pc:spChg chg="del">
          <ac:chgData name="Toby Donaldson" userId="2e6e5431-bb17-4c41-9985-d39c50d83c73" providerId="ADAL" clId="{F31BC264-820E-54C4-A6D1-F92AF9CC222E}" dt="2026-06-18T17:38:56.066" v="19" actId="21"/>
          <ac:spMkLst>
            <pc:docMk/>
            <pc:sldMk cId="3265843497" sldId="280"/>
            <ac:spMk id="22" creationId="{E698CA7E-C452-37F5-6310-E76AD5DD94E1}"/>
          </ac:spMkLst>
        </pc:spChg>
        <pc:picChg chg="del">
          <ac:chgData name="Toby Donaldson" userId="2e6e5431-bb17-4c41-9985-d39c50d83c73" providerId="ADAL" clId="{F31BC264-820E-54C4-A6D1-F92AF9CC222E}" dt="2026-06-18T17:38:56.066" v="19" actId="21"/>
          <ac:picMkLst>
            <pc:docMk/>
            <pc:sldMk cId="3265843497" sldId="280"/>
            <ac:picMk id="7" creationId="{123FA1B6-32E3-50D0-449A-992C9A9F8AD6}"/>
          </ac:picMkLst>
        </pc:picChg>
        <pc:picChg chg="del">
          <ac:chgData name="Toby Donaldson" userId="2e6e5431-bb17-4c41-9985-d39c50d83c73" providerId="ADAL" clId="{F31BC264-820E-54C4-A6D1-F92AF9CC222E}" dt="2026-06-18T17:38:56.066" v="19" actId="21"/>
          <ac:picMkLst>
            <pc:docMk/>
            <pc:sldMk cId="3265843497" sldId="280"/>
            <ac:picMk id="11" creationId="{6DDAD19A-5401-0CEF-3633-6318023D273E}"/>
          </ac:picMkLst>
        </pc:picChg>
      </pc:sldChg>
      <pc:sldChg chg="add">
        <pc:chgData name="Toby Donaldson" userId="2e6e5431-bb17-4c41-9985-d39c50d83c73" providerId="ADAL" clId="{F31BC264-820E-54C4-A6D1-F92AF9CC222E}" dt="2026-06-18T17:39:18.546" v="23" actId="2890"/>
        <pc:sldMkLst>
          <pc:docMk/>
          <pc:sldMk cId="2628330378" sldId="28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C6C6F-91BD-4721-931A-A59463317A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18D3D-4490-441B-ABF3-EB20DE394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C5BE7-4A4D-4923-A970-19EA6B5EE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11635-9A34-430A-8A8D-1F6FEE41A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620716-2CFB-4DEE-A2E5-FC360CEDE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8897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F520C-FF1A-43C8-BED7-62C292D3A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84839-9798-46B2-A451-21992BE9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AA01B-DE39-4867-BAE6-D4BFDA3F1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74032-621A-4B6E-BFDD-48D2C02E9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5AC73-A8A2-4BAE-BDBB-BE2E6533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7164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B1880-DF24-47E5-805E-2C5ED0148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27DAB-4A9B-4C55-B50F-A7AE0080C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F556B-C30B-4E9F-A47D-D83C81E47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37D7F-1FDF-41BB-9A92-85A6C295E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4AA4E-6E9E-43BD-B838-CCE621CCA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4731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F14B0-EB25-41CD-9B03-932858FEC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15DDC-E014-4315-93C0-F6A62DF83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124C33-63D4-4E7A-908C-11C6110A51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A47136-995A-471D-B193-71DA35AD6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C18AB-A888-482F-879A-45D8E70C9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39492D-69AD-4D63-AE06-BB9679B4E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2762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42C12-E557-4AB1-86DF-9F6F4A85B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D07B-8393-4C22-AFFF-C620519D6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CF7E17-4059-46F9-A269-CCD40D4E7B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69C5B5-FD72-4392-A2BE-6AC7E14518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244CD6-27D9-48F7-B978-BBF4328E3F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AB3B4F-A9ED-4001-BB66-46201EB99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325912-6CBE-42C3-A77A-472669D3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C89E5F-BFA4-43F6-B858-A5C58F917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001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51B78-3704-4B13-B2A7-B3D2E35A2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96678E-24D4-4152-B104-492FB5BC4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F00D92-EE17-42C6-9172-09501457F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B82C3-D695-40A2-8951-0583EB1EE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6444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60E068-D43A-44CA-AD0B-AF8C2D56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07CC6-5CE8-4EAA-8221-B7B7FB044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0F438-8A46-45B4-B915-5FF342A7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901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7816-A98B-4327-B66B-870CCF1B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64641-DF89-4A08-9EA2-3F6BAF4C3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62E391-ED7A-4CBE-82A0-2E787AB10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E76FB-6CAA-445D-9937-74835F2ED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1DE50-6AD7-4E1D-840A-C8BB368B0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2C8F6-CDDF-4F2D-8382-6C6C3C066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6110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368EE-A440-4BE7-8FA4-8B0C19D3F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611A3B-761F-493E-A7FF-F30594B175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FEF268-B2E5-4F98-A356-FD47E3F63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7D73E5-261C-410C-8F2A-35ECD9039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6E0A7-AEA5-45B4-B55A-269FFB55A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2DF7B-1889-4B2D-AF8F-587E34C7D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2526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FCF56-DAB6-4DB9-A2D2-81F8640D8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65D3E-D3A9-4085-9F4A-29128FC7A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A37A3-954D-447E-B804-626877BD7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4BDFD-F303-4C34-9E4C-C689CAC8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F959E-AB91-4E1C-A5D4-7C434BF40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0569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A4DE49-A604-4F28-A2B4-73C0FC123C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181BD9-F685-441C-9803-7AC835B76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86F6B-8366-4903-8436-FF7770520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0EE11-6AEF-426B-9B77-68A2AAF41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37FED-047B-4EC4-A2F0-2FA47492E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3645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3DC5B7-281C-4851-A0AE-6543A4FBA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FE235-CEFD-4ABB-B6FB-F1802FE8D4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FDEA91-9B78-4DFD-A2E5-7D6325AF0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5E533D-5A30-424C-ADAA-EBA918E78813}" type="datetimeFigureOut">
              <a:rPr lang="en-AU" smtClean="0"/>
              <a:t>18/6/2026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65EC0-490B-4003-94B8-832E7F4CD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97898-400D-418B-B00C-BB8023D95D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A00A65-8456-4E7E-90F9-4C62519737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00094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D326F70-6E73-48ED-853E-D802A1F7CD4A}"/>
              </a:ext>
            </a:extLst>
          </p:cNvPr>
          <p:cNvSpPr txBox="1"/>
          <p:nvPr/>
        </p:nvSpPr>
        <p:spPr>
          <a:xfrm>
            <a:off x="4501581" y="1903944"/>
            <a:ext cx="653655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b="1" dirty="0"/>
              <a:t>Scheme (LISP)</a:t>
            </a:r>
            <a:br>
              <a:rPr lang="en-CA" sz="3200" dirty="0"/>
            </a:br>
            <a:r>
              <a:rPr lang="en-CA" sz="3200" dirty="0"/>
              <a:t>A functional and dynamically typed language with good support for lists and higher order functions.</a:t>
            </a:r>
            <a:endParaRPr lang="en-A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9F9EAB-E96A-4A13-B339-346BBE62D038}"/>
              </a:ext>
            </a:extLst>
          </p:cNvPr>
          <p:cNvSpPr txBox="1"/>
          <p:nvPr/>
        </p:nvSpPr>
        <p:spPr>
          <a:xfrm>
            <a:off x="6367068" y="4640746"/>
            <a:ext cx="2805576" cy="17543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CA" sz="3600" dirty="0"/>
              <a:t>CMPT 383</a:t>
            </a:r>
          </a:p>
          <a:p>
            <a:pPr algn="ctr"/>
            <a:r>
              <a:rPr lang="en-CA" sz="3600" dirty="0"/>
              <a:t>Summer 2026</a:t>
            </a:r>
          </a:p>
          <a:p>
            <a:pPr algn="ctr"/>
            <a:r>
              <a:rPr lang="en-CA" sz="3600" dirty="0"/>
              <a:t>SFU Surrey</a:t>
            </a:r>
            <a:endParaRPr lang="en-AU" sz="3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2E5120-9846-4325-A51B-589BC6A79787}"/>
              </a:ext>
            </a:extLst>
          </p:cNvPr>
          <p:cNvSpPr txBox="1"/>
          <p:nvPr/>
        </p:nvSpPr>
        <p:spPr>
          <a:xfrm>
            <a:off x="848879" y="3855916"/>
            <a:ext cx="267893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9600" i="1" dirty="0"/>
              <a:t>1975</a:t>
            </a:r>
            <a:endParaRPr lang="en-AU" sz="9600" i="1" dirty="0"/>
          </a:p>
        </p:txBody>
      </p:sp>
      <p:pic>
        <p:nvPicPr>
          <p:cNvPr id="2" name="Picture 2" descr="Racket (programming language) - Wikipedia">
            <a:extLst>
              <a:ext uri="{FF2B5EF4-FFF2-40B4-BE49-F238E27FC236}">
                <a16:creationId xmlns:a16="http://schemas.microsoft.com/office/drawing/2014/main" id="{6CF7EA21-F47E-4D11-0CE9-5C10A59F1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47" y="798499"/>
            <a:ext cx="2978202" cy="2978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A58FF75-2376-46F2-19E6-8CFEBBBDC59F}"/>
              </a:ext>
            </a:extLst>
          </p:cNvPr>
          <p:cNvSpPr txBox="1"/>
          <p:nvPr/>
        </p:nvSpPr>
        <p:spPr>
          <a:xfrm>
            <a:off x="1122683" y="5225521"/>
            <a:ext cx="18966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 i="1" dirty="0"/>
              <a:t>LISP: 1958</a:t>
            </a:r>
            <a:endParaRPr lang="en-AU" sz="3200" i="1" dirty="0"/>
          </a:p>
        </p:txBody>
      </p:sp>
    </p:spTree>
    <p:extLst>
      <p:ext uri="{BB962C8B-B14F-4D97-AF65-F5344CB8AC3E}">
        <p14:creationId xmlns:p14="http://schemas.microsoft.com/office/powerpoint/2010/main" val="598291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105B6D-9708-4D3F-8738-4E92FD6BE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59239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CA" sz="6600" dirty="0"/>
              <a:t>What was going on in 1975?</a:t>
            </a:r>
            <a:endParaRPr lang="en-AU" sz="6600" dirty="0"/>
          </a:p>
        </p:txBody>
      </p:sp>
    </p:spTree>
    <p:extLst>
      <p:ext uri="{BB962C8B-B14F-4D97-AF65-F5344CB8AC3E}">
        <p14:creationId xmlns:p14="http://schemas.microsoft.com/office/powerpoint/2010/main" val="1247466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6FCE7-DB3A-40C9-92A2-796AAF385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1975: First Appearances</a:t>
            </a:r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E33563-555F-8EAF-38A1-15AF81D69B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1197" y="1399284"/>
            <a:ext cx="2282158" cy="1923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3530188-1C40-2C32-5B87-5534EF6CEC9A}"/>
              </a:ext>
            </a:extLst>
          </p:cNvPr>
          <p:cNvSpPr txBox="1"/>
          <p:nvPr/>
        </p:nvSpPr>
        <p:spPr>
          <a:xfrm>
            <a:off x="2987733" y="3322555"/>
            <a:ext cx="2282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 err="1"/>
              <a:t>Cromemco</a:t>
            </a:r>
            <a:r>
              <a:rPr lang="en-CA" b="1" dirty="0"/>
              <a:t> Cyclops</a:t>
            </a:r>
          </a:p>
          <a:p>
            <a:pPr algn="ctr"/>
            <a:r>
              <a:rPr lang="en-AU" dirty="0"/>
              <a:t>First all-digital camera</a:t>
            </a:r>
          </a:p>
          <a:p>
            <a:pPr algn="ctr"/>
            <a:r>
              <a:rPr lang="en-AU" sz="1600" dirty="0"/>
              <a:t>32x32 pixel resolution</a:t>
            </a:r>
          </a:p>
        </p:txBody>
      </p:sp>
    </p:spTree>
    <p:extLst>
      <p:ext uri="{BB962C8B-B14F-4D97-AF65-F5344CB8AC3E}">
        <p14:creationId xmlns:p14="http://schemas.microsoft.com/office/powerpoint/2010/main" val="962438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0AE82-0BC2-F223-17A0-A26D2C657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A201D-C85F-417D-0457-E3A7552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1975: First Appearances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6E45D-FDE8-B00C-7D82-78E5FF621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72" y="4567780"/>
            <a:ext cx="4220164" cy="1867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A31C30-B018-0F68-175E-B9EB0C24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197" y="1399284"/>
            <a:ext cx="2282158" cy="1923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7175928-CB53-B2B6-D8AB-301DC2E58055}"/>
              </a:ext>
            </a:extLst>
          </p:cNvPr>
          <p:cNvSpPr txBox="1"/>
          <p:nvPr/>
        </p:nvSpPr>
        <p:spPr>
          <a:xfrm>
            <a:off x="2987733" y="3322555"/>
            <a:ext cx="2282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 err="1"/>
              <a:t>Cromemco</a:t>
            </a:r>
            <a:r>
              <a:rPr lang="en-CA" b="1" dirty="0"/>
              <a:t> Cyclops</a:t>
            </a:r>
          </a:p>
          <a:p>
            <a:pPr algn="ctr"/>
            <a:r>
              <a:rPr lang="en-AU" dirty="0"/>
              <a:t>First all-digital camera</a:t>
            </a:r>
          </a:p>
          <a:p>
            <a:pPr algn="ctr"/>
            <a:r>
              <a:rPr lang="en-AU" sz="1600" dirty="0"/>
              <a:t>32x32 pixel resolution</a:t>
            </a:r>
          </a:p>
        </p:txBody>
      </p:sp>
    </p:spTree>
    <p:extLst>
      <p:ext uri="{BB962C8B-B14F-4D97-AF65-F5344CB8AC3E}">
        <p14:creationId xmlns:p14="http://schemas.microsoft.com/office/powerpoint/2010/main" val="3265843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391E-493C-037B-C4BD-F08CE6781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22D92-5FE5-3545-8228-C2354B063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1975: First Appearances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9B4271-4787-3B6B-DC55-77B80AE8E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72" y="4567780"/>
            <a:ext cx="4220164" cy="1867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E4C159-094B-F17A-0F4A-3D40EE24D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197" y="1399284"/>
            <a:ext cx="2282158" cy="1923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C7C711-DC34-AEDE-1940-12900A4688CE}"/>
              </a:ext>
            </a:extLst>
          </p:cNvPr>
          <p:cNvSpPr txBox="1"/>
          <p:nvPr/>
        </p:nvSpPr>
        <p:spPr>
          <a:xfrm>
            <a:off x="2987733" y="3322555"/>
            <a:ext cx="2282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 err="1"/>
              <a:t>Cromemco</a:t>
            </a:r>
            <a:r>
              <a:rPr lang="en-CA" b="1" dirty="0"/>
              <a:t> Cyclops</a:t>
            </a:r>
          </a:p>
          <a:p>
            <a:pPr algn="ctr"/>
            <a:r>
              <a:rPr lang="en-AU" dirty="0"/>
              <a:t>First all-digital camera</a:t>
            </a:r>
          </a:p>
          <a:p>
            <a:pPr algn="ctr"/>
            <a:r>
              <a:rPr lang="en-AU" sz="1600" dirty="0"/>
              <a:t>32x32 pixel resolution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2FB66A8-D26E-EF48-9547-F2EFC18413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804" y="4567780"/>
            <a:ext cx="1816392" cy="192509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6079444-57ED-5F14-CFD9-E1818E6BFAE7}"/>
              </a:ext>
            </a:extLst>
          </p:cNvPr>
          <p:cNvSpPr txBox="1"/>
          <p:nvPr/>
        </p:nvSpPr>
        <p:spPr>
          <a:xfrm>
            <a:off x="7004196" y="4969369"/>
            <a:ext cx="3423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Betamax and VHS </a:t>
            </a:r>
            <a:br>
              <a:rPr lang="en-CA" b="1" dirty="0"/>
            </a:br>
            <a:r>
              <a:rPr lang="en-CA" dirty="0"/>
              <a:t>Consumer video recorder formats</a:t>
            </a:r>
          </a:p>
        </p:txBody>
      </p:sp>
    </p:spTree>
    <p:extLst>
      <p:ext uri="{BB962C8B-B14F-4D97-AF65-F5344CB8AC3E}">
        <p14:creationId xmlns:p14="http://schemas.microsoft.com/office/powerpoint/2010/main" val="2492672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7E641-C830-9B6A-BCEF-B5F2FD08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DF99-E075-E9BB-73A0-D925195C4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1975: First Appearances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35A337-C070-B474-D653-4E1492991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72" y="4567780"/>
            <a:ext cx="4220164" cy="1867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7B7B42-AB41-569B-7C9C-53B22FB1C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365" y="720098"/>
            <a:ext cx="3930910" cy="320135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A03230F-9FB4-6236-A8D2-B774852BBEB4}"/>
              </a:ext>
            </a:extLst>
          </p:cNvPr>
          <p:cNvSpPr txBox="1"/>
          <p:nvPr/>
        </p:nvSpPr>
        <p:spPr>
          <a:xfrm>
            <a:off x="7631364" y="3921449"/>
            <a:ext cx="3930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Colossal Cave Adventure</a:t>
            </a:r>
          </a:p>
          <a:p>
            <a:pPr algn="ctr"/>
            <a:r>
              <a:rPr lang="en-AU" dirty="0"/>
              <a:t>First text-based role-playing game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57C85A-64DF-F13C-942C-CA9C12581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1197" y="1399284"/>
            <a:ext cx="2282158" cy="1923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41BB0B-3053-10BC-0F8E-7E59AD8FD9F4}"/>
              </a:ext>
            </a:extLst>
          </p:cNvPr>
          <p:cNvSpPr txBox="1"/>
          <p:nvPr/>
        </p:nvSpPr>
        <p:spPr>
          <a:xfrm>
            <a:off x="2987733" y="3322555"/>
            <a:ext cx="22821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 err="1"/>
              <a:t>Cromemco</a:t>
            </a:r>
            <a:r>
              <a:rPr lang="en-CA" b="1" dirty="0"/>
              <a:t> Cyclops</a:t>
            </a:r>
          </a:p>
          <a:p>
            <a:pPr algn="ctr"/>
            <a:r>
              <a:rPr lang="en-AU" dirty="0"/>
              <a:t>First all-digital camera</a:t>
            </a:r>
          </a:p>
          <a:p>
            <a:pPr algn="ctr"/>
            <a:r>
              <a:rPr lang="en-AU" sz="1600" dirty="0"/>
              <a:t>32x32 pixel resolution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91B3EBF-7C46-B2D3-42A3-59658CADDB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7804" y="4567780"/>
            <a:ext cx="1816392" cy="192509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D273361-BDC0-7655-3F60-CA98A038E2AF}"/>
              </a:ext>
            </a:extLst>
          </p:cNvPr>
          <p:cNvSpPr txBox="1"/>
          <p:nvPr/>
        </p:nvSpPr>
        <p:spPr>
          <a:xfrm>
            <a:off x="7004196" y="4969369"/>
            <a:ext cx="3423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Betamax and VHS </a:t>
            </a:r>
            <a:br>
              <a:rPr lang="en-CA" b="1" dirty="0"/>
            </a:br>
            <a:r>
              <a:rPr lang="en-CA" dirty="0"/>
              <a:t>Consumer video recorder formats</a:t>
            </a:r>
          </a:p>
        </p:txBody>
      </p:sp>
    </p:spTree>
    <p:extLst>
      <p:ext uri="{BB962C8B-B14F-4D97-AF65-F5344CB8AC3E}">
        <p14:creationId xmlns:p14="http://schemas.microsoft.com/office/powerpoint/2010/main" val="2628330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74E6F-0FF1-43DD-A06C-EF7571CC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1975: Highest-grossing Arcade Game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9D1E49-D2CE-4AA9-B391-099DA1AD682D}"/>
              </a:ext>
            </a:extLst>
          </p:cNvPr>
          <p:cNvSpPr txBox="1"/>
          <p:nvPr/>
        </p:nvSpPr>
        <p:spPr>
          <a:xfrm>
            <a:off x="7320215" y="2979720"/>
            <a:ext cx="317702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4000" b="1" dirty="0"/>
              <a:t>Tank / Tank II</a:t>
            </a:r>
            <a:br>
              <a:rPr lang="en-CA" sz="4000" dirty="0"/>
            </a:br>
            <a:r>
              <a:rPr lang="en-CA" sz="3200" dirty="0"/>
              <a:t>Kee Games (Atari)</a:t>
            </a:r>
            <a:endParaRPr lang="en-AU" sz="32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F88CC97-0AAA-E040-AC25-5BBD3D887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4531" y="4102398"/>
            <a:ext cx="3476625" cy="260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067363C7-022B-1249-EA60-59CE39F34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5030" y="1497462"/>
            <a:ext cx="309562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698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74E6F-0FF1-43DD-A06C-EF7571CC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1975: Highest-Grossing Movie</a:t>
            </a:r>
            <a:endParaRPr lang="en-AU" dirty="0"/>
          </a:p>
        </p:txBody>
      </p:sp>
      <p:pic>
        <p:nvPicPr>
          <p:cNvPr id="4098" name="Picture 2" descr="Movie poster shows a woman in the ocean swimming to the right. Below her is a large shark, and only its head and open mouth with teeth can be seen. Within the image is the film's title and above it in a surrounding black background is the phrase &quot;The most terrifying motion picture from the terrifying No. 1 best seller.&quot; The bottom of the image details the starring actors and lists credits and the MPAA rating.">
            <a:extLst>
              <a:ext uri="{FF2B5EF4-FFF2-40B4-BE49-F238E27FC236}">
                <a16:creationId xmlns:a16="http://schemas.microsoft.com/office/drawing/2014/main" id="{FBA016FE-4BE5-0984-C7D3-5EB3DA5D5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118" y="1394456"/>
            <a:ext cx="3501536" cy="5320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8230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FE3B9-A8FD-4AE1-B222-CF259E66F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1975: Most Popular Song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141B78-E7ED-4D2B-B858-4927CEC46631}"/>
              </a:ext>
            </a:extLst>
          </p:cNvPr>
          <p:cNvSpPr txBox="1"/>
          <p:nvPr/>
        </p:nvSpPr>
        <p:spPr>
          <a:xfrm>
            <a:off x="6416018" y="2706333"/>
            <a:ext cx="5543609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400" dirty="0"/>
              <a:t>Love will Keep us Together</a:t>
            </a:r>
          </a:p>
          <a:p>
            <a:pPr algn="ctr"/>
            <a:r>
              <a:rPr lang="en-CA" sz="3600" i="1" dirty="0"/>
              <a:t>Captain and Tennille</a:t>
            </a:r>
            <a:endParaRPr lang="en-AU" sz="3600" i="1" dirty="0"/>
          </a:p>
        </p:txBody>
      </p:sp>
      <p:pic>
        <p:nvPicPr>
          <p:cNvPr id="5122" name="Picture 2" descr="Captain &amp; Tennille">
            <a:extLst>
              <a:ext uri="{FF2B5EF4-FFF2-40B4-BE49-F238E27FC236}">
                <a16:creationId xmlns:a16="http://schemas.microsoft.com/office/drawing/2014/main" id="{E9F2203B-ECA6-D14F-63FB-EBDBF1D1D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045" y="1838165"/>
            <a:ext cx="4962525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4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140EF2-7A80-4170-96C7-C567343A91EE}"/>
              </a:ext>
            </a:extLst>
          </p:cNvPr>
          <p:cNvSpPr txBox="1">
            <a:spLocks/>
          </p:cNvSpPr>
          <p:nvPr/>
        </p:nvSpPr>
        <p:spPr>
          <a:xfrm>
            <a:off x="1358538" y="1697333"/>
            <a:ext cx="9527176" cy="505030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4800" dirty="0"/>
              <a:t>Canadian PM: </a:t>
            </a:r>
            <a:r>
              <a:rPr lang="en-CA" sz="4800" b="1" dirty="0"/>
              <a:t>Pierre Trudeau</a:t>
            </a:r>
          </a:p>
          <a:p>
            <a:pPr marL="0" indent="0">
              <a:buNone/>
            </a:pPr>
            <a:endParaRPr lang="en-CA" sz="4800" dirty="0"/>
          </a:p>
          <a:p>
            <a:pPr marL="0" indent="0">
              <a:buNone/>
            </a:pPr>
            <a:r>
              <a:rPr lang="en-CA" sz="4800" dirty="0"/>
              <a:t>American President: </a:t>
            </a:r>
            <a:r>
              <a:rPr lang="en-CA" sz="4800" b="1" dirty="0"/>
              <a:t>Gerald Ford</a:t>
            </a:r>
            <a:endParaRPr lang="en-AU" sz="4800" b="1" dirty="0"/>
          </a:p>
          <a:p>
            <a:pPr marL="0" indent="0">
              <a:buNone/>
            </a:pPr>
            <a:endParaRPr lang="en-AU" sz="4800" b="1" dirty="0"/>
          </a:p>
          <a:p>
            <a:pPr marL="0" indent="0">
              <a:buNone/>
            </a:pPr>
            <a:r>
              <a:rPr lang="en-AU" sz="4800" b="1" dirty="0"/>
              <a:t>Vietnam war </a:t>
            </a:r>
            <a:r>
              <a:rPr lang="en-AU" sz="4800" dirty="0"/>
              <a:t>ended</a:t>
            </a:r>
          </a:p>
          <a:p>
            <a:pPr marL="0" indent="0">
              <a:buNone/>
            </a:pPr>
            <a:endParaRPr lang="en-AU" sz="4800" b="1" dirty="0"/>
          </a:p>
          <a:p>
            <a:pPr marL="0" indent="0">
              <a:buNone/>
            </a:pPr>
            <a:r>
              <a:rPr lang="en-AU" sz="4800" b="1" dirty="0"/>
              <a:t>Saturday Night Live </a:t>
            </a:r>
            <a:r>
              <a:rPr lang="en-AU" sz="4800" dirty="0"/>
              <a:t>comedy show started </a:t>
            </a:r>
          </a:p>
          <a:p>
            <a:pPr marL="0" indent="0">
              <a:buNone/>
            </a:pPr>
            <a:endParaRPr lang="en-CA" sz="4800" dirty="0"/>
          </a:p>
          <a:p>
            <a:pPr marL="0" indent="0">
              <a:buNone/>
            </a:pPr>
            <a:r>
              <a:rPr lang="en-CA" sz="4800" dirty="0"/>
              <a:t>Average US income: $14,100.00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00FBB-A4E6-4E19-BEB2-E43F372AEDD9}"/>
              </a:ext>
            </a:extLst>
          </p:cNvPr>
          <p:cNvSpPr txBox="1"/>
          <p:nvPr/>
        </p:nvSpPr>
        <p:spPr>
          <a:xfrm>
            <a:off x="214122" y="373894"/>
            <a:ext cx="485865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400" dirty="0">
                <a:latin typeface="+mj-lt"/>
              </a:rPr>
              <a:t>1975: Facts</a:t>
            </a:r>
            <a:endParaRPr lang="en-AU" sz="4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31835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Racket (programming language) - Wikipedia">
            <a:extLst>
              <a:ext uri="{FF2B5EF4-FFF2-40B4-BE49-F238E27FC236}">
                <a16:creationId xmlns:a16="http://schemas.microsoft.com/office/drawing/2014/main" id="{6FE4F0D5-D4CA-7F6E-F27C-8892CF572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6899" y="690922"/>
            <a:ext cx="2978202" cy="2978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CF2578-931A-9B0F-F1EA-3BB34CCE93DF}"/>
              </a:ext>
            </a:extLst>
          </p:cNvPr>
          <p:cNvSpPr txBox="1"/>
          <p:nvPr/>
        </p:nvSpPr>
        <p:spPr>
          <a:xfrm>
            <a:off x="4856309" y="4203165"/>
            <a:ext cx="279698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/>
              <a:t>LISP          1958</a:t>
            </a:r>
          </a:p>
          <a:p>
            <a:r>
              <a:rPr lang="en-CA" sz="2800" dirty="0"/>
              <a:t>Scheme   1975</a:t>
            </a:r>
          </a:p>
          <a:p>
            <a:r>
              <a:rPr lang="en-CA" sz="2800" dirty="0"/>
              <a:t>Racket   ~1995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513690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F8B7-DF69-4161-80D5-5D65C38F8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LISP and Scheme’s Original Designers</a:t>
            </a:r>
            <a:endParaRPr lang="en-AU" dirty="0"/>
          </a:p>
        </p:txBody>
      </p:sp>
      <p:pic>
        <p:nvPicPr>
          <p:cNvPr id="8194" name="Picture 2" descr="'Always inventing, inventing, inventing': McCarthy at work in his artificial intelligence laboratory at Stanford">
            <a:extLst>
              <a:ext uri="{FF2B5EF4-FFF2-40B4-BE49-F238E27FC236}">
                <a16:creationId xmlns:a16="http://schemas.microsoft.com/office/drawing/2014/main" id="{584C219A-150E-A5C6-E0D4-11E43E402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548" y="1401251"/>
            <a:ext cx="4205441" cy="3109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127473-8A2B-AE78-F8C5-A0D03B7350B1}"/>
              </a:ext>
            </a:extLst>
          </p:cNvPr>
          <p:cNvSpPr txBox="1"/>
          <p:nvPr/>
        </p:nvSpPr>
        <p:spPr>
          <a:xfrm>
            <a:off x="1575227" y="4718210"/>
            <a:ext cx="31614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 dirty="0"/>
              <a:t>John McCarthy </a:t>
            </a:r>
            <a:r>
              <a:rPr lang="en-CA" dirty="0"/>
              <a:t>(1927-2011)</a:t>
            </a:r>
          </a:p>
          <a:p>
            <a:pPr algn="ctr"/>
            <a:r>
              <a:rPr lang="en-CA" dirty="0"/>
              <a:t>Original designer of LISP (1958)</a:t>
            </a:r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9CDD03-F006-3579-B9AC-F9755300E325}"/>
              </a:ext>
            </a:extLst>
          </p:cNvPr>
          <p:cNvSpPr txBox="1"/>
          <p:nvPr/>
        </p:nvSpPr>
        <p:spPr>
          <a:xfrm>
            <a:off x="1790663" y="5456749"/>
            <a:ext cx="2730570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Also coined the term “Artificial Intelligence”, and for many years was a leading AI researcher.</a:t>
            </a:r>
            <a:endParaRPr lang="en-AU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BFE3DDBD-D26E-E145-3342-178A22297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01251"/>
            <a:ext cx="2522690" cy="3109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Gerald Sussman">
            <a:extLst>
              <a:ext uri="{FF2B5EF4-FFF2-40B4-BE49-F238E27FC236}">
                <a16:creationId xmlns:a16="http://schemas.microsoft.com/office/drawing/2014/main" id="{DDA7C2AB-C02D-61BF-5B16-E9727D9CF9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48" r="11471" b="34117"/>
          <a:stretch/>
        </p:blipFill>
        <p:spPr bwMode="auto">
          <a:xfrm>
            <a:off x="8827958" y="1401251"/>
            <a:ext cx="2522687" cy="3109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456361-9CC9-3318-8D15-4F61A6B43E78}"/>
              </a:ext>
            </a:extLst>
          </p:cNvPr>
          <p:cNvSpPr txBox="1"/>
          <p:nvPr/>
        </p:nvSpPr>
        <p:spPr>
          <a:xfrm>
            <a:off x="6095999" y="4688559"/>
            <a:ext cx="5254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Guy Steele </a:t>
            </a:r>
            <a:r>
              <a:rPr lang="en-CA" dirty="0"/>
              <a:t>and </a:t>
            </a:r>
            <a:r>
              <a:rPr lang="en-CA" b="1" dirty="0"/>
              <a:t>Gerald Sussman</a:t>
            </a:r>
          </a:p>
          <a:p>
            <a:pPr algn="ctr"/>
            <a:r>
              <a:rPr lang="en-CA" dirty="0"/>
              <a:t>Original designers of Scheme (1975)</a:t>
            </a:r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0A0247-E84A-DDE7-4901-76D5D335370E}"/>
              </a:ext>
            </a:extLst>
          </p:cNvPr>
          <p:cNvSpPr txBox="1"/>
          <p:nvPr/>
        </p:nvSpPr>
        <p:spPr>
          <a:xfrm>
            <a:off x="7534158" y="5456749"/>
            <a:ext cx="2378326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Racket</a:t>
            </a:r>
            <a:r>
              <a:rPr lang="en-CA" dirty="0"/>
              <a:t> is a modern dialect of Scheme, with many new ideas.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46324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F8B7-DF69-4161-80D5-5D65C38F8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Scheme Probably </a:t>
            </a:r>
            <a:r>
              <a:rPr lang="en-CA" b="1" dirty="0">
                <a:solidFill>
                  <a:srgbClr val="FF0000"/>
                </a:solidFill>
              </a:rPr>
              <a:t>Can’t</a:t>
            </a:r>
            <a:r>
              <a:rPr lang="en-CA" dirty="0"/>
              <a:t> Get You a Job!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C4AE68-A781-FD56-1D00-6B3AE095A7EF}"/>
              </a:ext>
            </a:extLst>
          </p:cNvPr>
          <p:cNvSpPr txBox="1"/>
          <p:nvPr/>
        </p:nvSpPr>
        <p:spPr>
          <a:xfrm>
            <a:off x="1718721" y="1965877"/>
            <a:ext cx="628804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dirty="0"/>
              <a:t>It’s mostly a research language used by a subset of academic programming language researchers.</a:t>
            </a:r>
            <a:endParaRPr lang="en-AU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FE2D5E-13CF-4FA0-04A0-66A64587C63B}"/>
              </a:ext>
            </a:extLst>
          </p:cNvPr>
          <p:cNvSpPr txBox="1"/>
          <p:nvPr/>
        </p:nvSpPr>
        <p:spPr>
          <a:xfrm>
            <a:off x="1801965" y="3794879"/>
            <a:ext cx="6288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dirty="0"/>
              <a:t>A variation of LISP called </a:t>
            </a:r>
            <a:r>
              <a:rPr lang="en-CA" sz="2800" b="1" dirty="0"/>
              <a:t>Clojure</a:t>
            </a:r>
            <a:r>
              <a:rPr lang="en-CA" sz="2800" dirty="0"/>
              <a:t> has more recently gained some popularity for practical programming (but still pretty niche compared to other languages)</a:t>
            </a:r>
            <a:endParaRPr lang="en-AU" sz="2800" dirty="0"/>
          </a:p>
        </p:txBody>
      </p:sp>
      <p:pic>
        <p:nvPicPr>
          <p:cNvPr id="6146" name="Picture 2" descr="Clojure - Wikipedia">
            <a:extLst>
              <a:ext uri="{FF2B5EF4-FFF2-40B4-BE49-F238E27FC236}">
                <a16:creationId xmlns:a16="http://schemas.microsoft.com/office/drawing/2014/main" id="{29461ED7-186D-9E98-8402-81436C92C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5710" y="3429000"/>
            <a:ext cx="2670202" cy="2670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6BDB633-1BCE-7B16-1722-A554A77B7C89}"/>
              </a:ext>
            </a:extLst>
          </p:cNvPr>
          <p:cNvSpPr txBox="1"/>
          <p:nvPr/>
        </p:nvSpPr>
        <p:spPr>
          <a:xfrm>
            <a:off x="9003694" y="5945082"/>
            <a:ext cx="1502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dirty="0"/>
              <a:t>Clojure</a:t>
            </a:r>
            <a:endParaRPr lang="en-AU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B985F0-AB93-7DC0-1218-74589D1B7444}"/>
              </a:ext>
            </a:extLst>
          </p:cNvPr>
          <p:cNvSpPr txBox="1"/>
          <p:nvPr/>
        </p:nvSpPr>
        <p:spPr>
          <a:xfrm>
            <a:off x="8385710" y="1554599"/>
            <a:ext cx="2857501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original version of </a:t>
            </a:r>
            <a:r>
              <a:rPr lang="en-CA" b="1" dirty="0"/>
              <a:t>JavaScript</a:t>
            </a:r>
            <a:r>
              <a:rPr lang="en-CA" dirty="0"/>
              <a:t> was implemented as a Scheme-style language, before being modified to look more C-like.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55501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4F8B7-DF69-4161-80D5-5D65C38F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125" y="78200"/>
            <a:ext cx="7559750" cy="1325563"/>
          </a:xfrm>
        </p:spPr>
        <p:txBody>
          <a:bodyPr/>
          <a:lstStyle/>
          <a:p>
            <a:pPr algn="ctr"/>
            <a:r>
              <a:rPr lang="en-CA" dirty="0"/>
              <a:t>What is Scheme/LISP </a:t>
            </a:r>
            <a:r>
              <a:rPr lang="en-CA" dirty="0">
                <a:solidFill>
                  <a:srgbClr val="FF0000"/>
                </a:solidFill>
              </a:rPr>
              <a:t>Good</a:t>
            </a:r>
            <a:r>
              <a:rPr lang="en-CA" dirty="0"/>
              <a:t> for?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A268BC-88E6-45E5-8262-598A2B9A5D02}"/>
              </a:ext>
            </a:extLst>
          </p:cNvPr>
          <p:cNvSpPr txBox="1"/>
          <p:nvPr/>
        </p:nvSpPr>
        <p:spPr>
          <a:xfrm>
            <a:off x="3137531" y="2684301"/>
            <a:ext cx="480007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dirty="0"/>
              <a:t>Packed with all kinds of interesting ideas, many of which have inspired more mainstream languages.</a:t>
            </a:r>
            <a:endParaRPr lang="en-AU" sz="2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9FDA23-C4D9-4490-9037-82BD6C7F4654}"/>
              </a:ext>
            </a:extLst>
          </p:cNvPr>
          <p:cNvSpPr txBox="1"/>
          <p:nvPr/>
        </p:nvSpPr>
        <p:spPr>
          <a:xfrm>
            <a:off x="7384356" y="4500183"/>
            <a:ext cx="469569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dirty="0"/>
              <a:t>A good language for </a:t>
            </a:r>
            <a:r>
              <a:rPr lang="en-CA" sz="2800" b="1" dirty="0"/>
              <a:t>writing other programming languages </a:t>
            </a:r>
            <a:r>
              <a:rPr lang="en-CA" sz="2800" dirty="0"/>
              <a:t>and programming language tools.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0849FE-CF35-3A97-ED65-D50740D29574}"/>
              </a:ext>
            </a:extLst>
          </p:cNvPr>
          <p:cNvSpPr txBox="1"/>
          <p:nvPr/>
        </p:nvSpPr>
        <p:spPr>
          <a:xfrm>
            <a:off x="293157" y="1520812"/>
            <a:ext cx="37255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800" dirty="0"/>
              <a:t>Popular in traditional “symbolic” AI research.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51576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70837-CC6E-409E-828B-6F1525694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What is Scheme </a:t>
            </a:r>
            <a:r>
              <a:rPr lang="en-CA" dirty="0">
                <a:solidFill>
                  <a:srgbClr val="FF0000"/>
                </a:solidFill>
              </a:rPr>
              <a:t>Not</a:t>
            </a:r>
            <a:r>
              <a:rPr lang="en-CA" dirty="0"/>
              <a:t> so Good For?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5EADE-0C03-49DA-BB59-0942833F4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18371" cy="4351338"/>
          </a:xfrm>
        </p:spPr>
        <p:txBody>
          <a:bodyPr/>
          <a:lstStyle/>
          <a:p>
            <a:r>
              <a:rPr lang="en-CA" dirty="0"/>
              <a:t>Scheme</a:t>
            </a:r>
            <a:r>
              <a:rPr lang="en-AU" dirty="0"/>
              <a:t> is generally </a:t>
            </a:r>
            <a:r>
              <a:rPr lang="en-AU" dirty="0">
                <a:solidFill>
                  <a:srgbClr val="FF0000"/>
                </a:solidFill>
              </a:rPr>
              <a:t>not</a:t>
            </a:r>
            <a:r>
              <a:rPr lang="en-AU" dirty="0"/>
              <a:t> as efficient as other languages.</a:t>
            </a:r>
          </a:p>
          <a:p>
            <a:r>
              <a:rPr lang="en-AU" dirty="0"/>
              <a:t>Scheme is </a:t>
            </a:r>
            <a:r>
              <a:rPr lang="en-AU" dirty="0">
                <a:solidFill>
                  <a:srgbClr val="FF0000"/>
                </a:solidFill>
              </a:rPr>
              <a:t>not</a:t>
            </a:r>
            <a:r>
              <a:rPr lang="en-AU" dirty="0"/>
              <a:t> used much in practice, so it can be hard to find support for it.</a:t>
            </a:r>
          </a:p>
          <a:p>
            <a:r>
              <a:rPr lang="en-AU" dirty="0"/>
              <a:t>Scheme’s notation is simple, but maybe </a:t>
            </a:r>
            <a:r>
              <a:rPr lang="en-AU" i="1" dirty="0"/>
              <a:t>too</a:t>
            </a:r>
            <a:r>
              <a:rPr lang="en-AU" dirty="0"/>
              <a:t> simple. </a:t>
            </a:r>
            <a:br>
              <a:rPr lang="en-AU" dirty="0"/>
            </a:br>
            <a:r>
              <a:rPr lang="en-AU" dirty="0"/>
              <a:t>()-style notation results in lots and lots of parentheses, which many programmers </a:t>
            </a:r>
            <a:r>
              <a:rPr lang="en-AU" dirty="0">
                <a:solidFill>
                  <a:srgbClr val="FF0000"/>
                </a:solidFill>
              </a:rPr>
              <a:t>dislike</a:t>
            </a:r>
            <a:r>
              <a:rPr lang="en-A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2605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3DFDB-8487-48AA-A582-0CEA1385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Major Features of Scheme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FAE3-7D9D-4DB0-A01B-CD046F1E7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>
                <a:solidFill>
                  <a:srgbClr val="0070C0"/>
                </a:solidFill>
              </a:rPr>
              <a:t>Functions are first-class objects</a:t>
            </a:r>
          </a:p>
          <a:p>
            <a:pPr marL="457200" lvl="1" indent="0">
              <a:buNone/>
            </a:pPr>
            <a:r>
              <a:rPr lang="en-CA" dirty="0"/>
              <a:t>Functions can be passed and returned (including closures)</a:t>
            </a:r>
          </a:p>
          <a:p>
            <a:pPr marL="0" indent="0">
              <a:buNone/>
            </a:pPr>
            <a:r>
              <a:rPr lang="en-CA" dirty="0">
                <a:solidFill>
                  <a:srgbClr val="0070C0"/>
                </a:solidFill>
              </a:rPr>
              <a:t>Interpreted</a:t>
            </a:r>
          </a:p>
          <a:p>
            <a:pPr marL="457200" lvl="1" indent="0">
              <a:buNone/>
            </a:pPr>
            <a:r>
              <a:rPr lang="en-AU" dirty="0"/>
              <a:t>Easy to evaluate individual expressions</a:t>
            </a:r>
          </a:p>
          <a:p>
            <a:pPr marL="0" indent="0">
              <a:buNone/>
            </a:pPr>
            <a:r>
              <a:rPr lang="en-AU" dirty="0">
                <a:solidFill>
                  <a:srgbClr val="0070C0"/>
                </a:solidFill>
              </a:rPr>
              <a:t>Memory-safe and garbage-collected</a:t>
            </a:r>
          </a:p>
          <a:p>
            <a:pPr marL="457200" lvl="1" indent="0">
              <a:buNone/>
            </a:pPr>
            <a:r>
              <a:rPr lang="en-AU" dirty="0"/>
              <a:t>No dangling pointers, no manual memory deletion</a:t>
            </a:r>
          </a:p>
          <a:p>
            <a:pPr marL="0" indent="0">
              <a:buNone/>
            </a:pPr>
            <a:r>
              <a:rPr lang="en-AU" dirty="0">
                <a:solidFill>
                  <a:srgbClr val="0070C0"/>
                </a:solidFill>
              </a:rPr>
              <a:t>Homoiconic</a:t>
            </a:r>
          </a:p>
          <a:p>
            <a:pPr marL="457200" lvl="1" indent="0">
              <a:buNone/>
            </a:pPr>
            <a:r>
              <a:rPr lang="en-AU" dirty="0"/>
              <a:t>Scheme programs are written as Scheme lists</a:t>
            </a:r>
            <a:endParaRPr lang="en-AU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AU" dirty="0">
                <a:solidFill>
                  <a:srgbClr val="0070C0"/>
                </a:solidFill>
              </a:rPr>
              <a:t>Flexible</a:t>
            </a:r>
          </a:p>
          <a:p>
            <a:pPr marL="457200" lvl="1" indent="0">
              <a:buNone/>
            </a:pPr>
            <a:r>
              <a:rPr lang="en-AU" dirty="0"/>
              <a:t>Powerful macro system allows for major changes to the language</a:t>
            </a:r>
          </a:p>
          <a:p>
            <a:pPr marL="457200" lvl="1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14411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3DFDB-8487-48AA-A582-0CEA1385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Major Features of Scheme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FAE3-7D9D-4DB0-A01B-CD046F1E7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>
                <a:solidFill>
                  <a:srgbClr val="0070C0"/>
                </a:solidFill>
              </a:rPr>
              <a:t>Types</a:t>
            </a:r>
          </a:p>
          <a:p>
            <a:pPr marL="457200" lvl="1" indent="0">
              <a:buNone/>
            </a:pPr>
            <a:r>
              <a:rPr lang="en-CA" dirty="0"/>
              <a:t>Dynamically typed, i.e. types checked at run-time (like Python)</a:t>
            </a:r>
          </a:p>
          <a:p>
            <a:pPr marL="457200" lvl="1" indent="0">
              <a:buNone/>
            </a:pPr>
            <a:r>
              <a:rPr lang="en-CA" dirty="0"/>
              <a:t>Symbols</a:t>
            </a:r>
            <a:br>
              <a:rPr lang="en-CA" dirty="0"/>
            </a:br>
            <a:r>
              <a:rPr lang="en-CA" dirty="0"/>
              <a:t>Lists are the key data structure</a:t>
            </a:r>
          </a:p>
          <a:p>
            <a:pPr marL="0" indent="0">
              <a:buNone/>
            </a:pPr>
            <a:r>
              <a:rPr lang="en-CA" dirty="0">
                <a:solidFill>
                  <a:srgbClr val="0070C0"/>
                </a:solidFill>
              </a:rPr>
              <a:t>Lexical Scoping</a:t>
            </a:r>
          </a:p>
          <a:p>
            <a:pPr marL="457200" lvl="1" indent="0">
              <a:buNone/>
            </a:pPr>
            <a:r>
              <a:rPr lang="en-CA" dirty="0"/>
              <a:t>One of the first languages to fully implement the name-scoping rules we now take for granted in programming (scope can be </a:t>
            </a:r>
            <a:r>
              <a:rPr lang="en-CA"/>
              <a:t>determined from source code)</a:t>
            </a:r>
            <a:endParaRPr lang="en-CA" dirty="0"/>
          </a:p>
          <a:p>
            <a:pPr marL="0" indent="0">
              <a:buNone/>
            </a:pPr>
            <a:r>
              <a:rPr lang="en-CA" dirty="0">
                <a:solidFill>
                  <a:srgbClr val="0070C0"/>
                </a:solidFill>
              </a:rPr>
              <a:t>Tail Recursion</a:t>
            </a:r>
          </a:p>
          <a:p>
            <a:pPr marL="457200" lvl="1" indent="0">
              <a:buNone/>
            </a:pPr>
            <a:r>
              <a:rPr lang="en-CA" dirty="0"/>
              <a:t>Tail-recursive functions are automatically optimized into loops</a:t>
            </a:r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pPr marL="457200" lvl="1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7949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3DFDB-8487-48AA-A582-0CEA13856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Major Features </a:t>
            </a:r>
            <a:r>
              <a:rPr lang="en-CA" dirty="0">
                <a:solidFill>
                  <a:srgbClr val="FF0000"/>
                </a:solidFill>
              </a:rPr>
              <a:t>Not</a:t>
            </a:r>
            <a:r>
              <a:rPr lang="en-CA" dirty="0"/>
              <a:t> in Scheme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AFAE3-7D9D-4DB0-A01B-CD046F1E7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>
                <a:solidFill>
                  <a:srgbClr val="0070C0"/>
                </a:solidFill>
              </a:rPr>
              <a:t>Features </a:t>
            </a:r>
            <a:r>
              <a:rPr lang="en-CA" b="1" dirty="0">
                <a:solidFill>
                  <a:srgbClr val="0070C0"/>
                </a:solidFill>
              </a:rPr>
              <a:t>not</a:t>
            </a:r>
            <a:r>
              <a:rPr lang="en-CA" dirty="0">
                <a:solidFill>
                  <a:srgbClr val="0070C0"/>
                </a:solidFill>
              </a:rPr>
              <a:t> part of Scheme</a:t>
            </a:r>
          </a:p>
          <a:p>
            <a:pPr marL="457200" lvl="1" indent="0">
              <a:buNone/>
            </a:pPr>
            <a:r>
              <a:rPr lang="en-CA" dirty="0">
                <a:solidFill>
                  <a:srgbClr val="FF0000"/>
                </a:solidFill>
              </a:rPr>
              <a:t>No</a:t>
            </a:r>
            <a:r>
              <a:rPr lang="en-CA" dirty="0"/>
              <a:t> type declarations</a:t>
            </a:r>
          </a:p>
          <a:p>
            <a:pPr marL="457200" lvl="1" indent="0">
              <a:buNone/>
            </a:pPr>
            <a:r>
              <a:rPr lang="en-CA" dirty="0">
                <a:solidFill>
                  <a:srgbClr val="FF0000"/>
                </a:solidFill>
              </a:rPr>
              <a:t>No</a:t>
            </a:r>
            <a:r>
              <a:rPr lang="en-CA" dirty="0"/>
              <a:t> pointers</a:t>
            </a:r>
          </a:p>
          <a:p>
            <a:pPr marL="457200" lvl="1" indent="0">
              <a:buNone/>
            </a:pPr>
            <a:r>
              <a:rPr lang="en-CA" dirty="0">
                <a:solidFill>
                  <a:srgbClr val="FF0000"/>
                </a:solidFill>
              </a:rPr>
              <a:t>No</a:t>
            </a:r>
            <a:r>
              <a:rPr lang="en-CA" dirty="0"/>
              <a:t> built-in notion of object-oriented programming</a:t>
            </a:r>
          </a:p>
          <a:p>
            <a:pPr marL="457200" lvl="1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60816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66DA8-3BC8-44C4-A6B8-4077E3A55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822" y="75519"/>
            <a:ext cx="10515600" cy="1325563"/>
          </a:xfrm>
        </p:spPr>
        <p:txBody>
          <a:bodyPr/>
          <a:lstStyle/>
          <a:p>
            <a:r>
              <a:rPr lang="en-CA" dirty="0"/>
              <a:t>Hello, World!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907E2-02AB-4FC8-8372-75485A2CC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2118" y="2146358"/>
            <a:ext cx="4750014" cy="20336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;; </a:t>
            </a:r>
            <a:r>
              <a:rPr lang="en-US" dirty="0" err="1">
                <a:latin typeface="Consolas" panose="020B0609020204030204" pitchFamily="49" charset="0"/>
              </a:rPr>
              <a:t>hello_world.rkt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(print "Hello, world!")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B9C04D-6CD3-48A5-BEAC-80EB44E5AF49}"/>
              </a:ext>
            </a:extLst>
          </p:cNvPr>
          <p:cNvSpPr txBox="1"/>
          <p:nvPr/>
        </p:nvSpPr>
        <p:spPr>
          <a:xfrm>
            <a:off x="7607873" y="2516868"/>
            <a:ext cx="2452009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Download and run this in the </a:t>
            </a:r>
            <a:r>
              <a:rPr lang="en-CA" b="1" dirty="0" err="1"/>
              <a:t>DrRacket</a:t>
            </a:r>
            <a:r>
              <a:rPr lang="en-CA" dirty="0"/>
              <a:t> IDE. We’ll use both the interpreter and file editor in </a:t>
            </a:r>
            <a:r>
              <a:rPr lang="en-CA" dirty="0" err="1"/>
              <a:t>DrRacket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0914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594</Words>
  <Application>Microsoft Macintosh PowerPoint</Application>
  <PresentationFormat>Widescreen</PresentationFormat>
  <Paragraphs>96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Consolas</vt:lpstr>
      <vt:lpstr>Office Theme</vt:lpstr>
      <vt:lpstr>PowerPoint Presentation</vt:lpstr>
      <vt:lpstr>What was going on in 1975?</vt:lpstr>
      <vt:lpstr>1975: First Appearances</vt:lpstr>
      <vt:lpstr>1975: First Appearances</vt:lpstr>
      <vt:lpstr>1975: First Appearances</vt:lpstr>
      <vt:lpstr>1975: First Appearances</vt:lpstr>
      <vt:lpstr>1975: Highest-grossing Arcade Game</vt:lpstr>
      <vt:lpstr>1975: Highest-Grossing Movie</vt:lpstr>
      <vt:lpstr>1975: Most Popular Song</vt:lpstr>
      <vt:lpstr>PowerPoint Presentation</vt:lpstr>
      <vt:lpstr>PowerPoint Presentation</vt:lpstr>
      <vt:lpstr>LISP and Scheme’s Original Designers</vt:lpstr>
      <vt:lpstr>Scheme Probably Can’t Get You a Job!</vt:lpstr>
      <vt:lpstr>What is Scheme/LISP Good for?</vt:lpstr>
      <vt:lpstr>What is Scheme Not so Good For? </vt:lpstr>
      <vt:lpstr>Major Features of Scheme</vt:lpstr>
      <vt:lpstr>Major Features of Scheme</vt:lpstr>
      <vt:lpstr>Major Features Not in Scheme</vt:lpstr>
      <vt:lpstr>Hello, World!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Toby Donaldson</dc:creator>
  <cp:lastModifiedBy>Toby Donaldson</cp:lastModifiedBy>
  <cp:revision>1</cp:revision>
  <dcterms:created xsi:type="dcterms:W3CDTF">2022-04-12T05:50:02Z</dcterms:created>
  <dcterms:modified xsi:type="dcterms:W3CDTF">2026-06-18T21:37:00Z</dcterms:modified>
</cp:coreProperties>
</file>