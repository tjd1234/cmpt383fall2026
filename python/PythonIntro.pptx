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08"/>
    <p:restoredTop sz="96301"/>
  </p:normalViewPr>
  <p:slideViewPr>
    <p:cSldViewPr snapToGrid="0">
      <p:cViewPr varScale="1">
        <p:scale>
          <a:sx n="127" d="100"/>
          <a:sy n="127" d="100"/>
        </p:scale>
        <p:origin x="6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7F9681A8-EEE2-56F4-9B39-ECCBEE0471AC}"/>
    <pc:docChg chg="custSel modSld">
      <pc:chgData name="Toby Donaldson" userId="2e6e5431-bb17-4c41-9985-d39c50d83c73" providerId="ADAL" clId="{7F9681A8-EEE2-56F4-9B39-ECCBEE0471AC}" dt="2026-08-07T23:01:42.145" v="175" actId="20577"/>
      <pc:docMkLst>
        <pc:docMk/>
      </pc:docMkLst>
      <pc:sldChg chg="modSp mod">
        <pc:chgData name="Toby Donaldson" userId="2e6e5431-bb17-4c41-9985-d39c50d83c73" providerId="ADAL" clId="{7F9681A8-EEE2-56F4-9B39-ECCBEE0471AC}" dt="2026-08-07T22:58:37.312" v="3" actId="20577"/>
        <pc:sldMkLst>
          <pc:docMk/>
          <pc:sldMk cId="917661366" sldId="256"/>
        </pc:sldMkLst>
        <pc:spChg chg="mod">
          <ac:chgData name="Toby Donaldson" userId="2e6e5431-bb17-4c41-9985-d39c50d83c73" providerId="ADAL" clId="{7F9681A8-EEE2-56F4-9B39-ECCBEE0471AC}" dt="2026-08-07T22:58:37.312" v="3" actId="20577"/>
          <ac:spMkLst>
            <pc:docMk/>
            <pc:sldMk cId="917661366" sldId="256"/>
            <ac:spMk id="3" creationId="{5069060A-1B94-C5E8-1A39-5721CC58FD9A}"/>
          </ac:spMkLst>
        </pc:spChg>
      </pc:sldChg>
      <pc:sldChg chg="modSp mod">
        <pc:chgData name="Toby Donaldson" userId="2e6e5431-bb17-4c41-9985-d39c50d83c73" providerId="ADAL" clId="{7F9681A8-EEE2-56F4-9B39-ECCBEE0471AC}" dt="2026-08-07T22:58:47.641" v="9" actId="20577"/>
        <pc:sldMkLst>
          <pc:docMk/>
          <pc:sldMk cId="3882066604" sldId="257"/>
        </pc:sldMkLst>
        <pc:spChg chg="mod">
          <ac:chgData name="Toby Donaldson" userId="2e6e5431-bb17-4c41-9985-d39c50d83c73" providerId="ADAL" clId="{7F9681A8-EEE2-56F4-9B39-ECCBEE0471AC}" dt="2026-08-07T22:58:47.641" v="9" actId="20577"/>
          <ac:spMkLst>
            <pc:docMk/>
            <pc:sldMk cId="3882066604" sldId="257"/>
            <ac:spMk id="3" creationId="{3D0D92EC-EF6B-87D9-B8C2-4378B9BB5D7B}"/>
          </ac:spMkLst>
        </pc:spChg>
      </pc:sldChg>
      <pc:sldChg chg="modSp mod">
        <pc:chgData name="Toby Donaldson" userId="2e6e5431-bb17-4c41-9985-d39c50d83c73" providerId="ADAL" clId="{7F9681A8-EEE2-56F4-9B39-ECCBEE0471AC}" dt="2026-08-07T22:59:21.996" v="15" actId="20577"/>
        <pc:sldMkLst>
          <pc:docMk/>
          <pc:sldMk cId="2285235809" sldId="258"/>
        </pc:sldMkLst>
        <pc:spChg chg="mod">
          <ac:chgData name="Toby Donaldson" userId="2e6e5431-bb17-4c41-9985-d39c50d83c73" providerId="ADAL" clId="{7F9681A8-EEE2-56F4-9B39-ECCBEE0471AC}" dt="2026-08-07T22:59:21.996" v="15" actId="20577"/>
          <ac:spMkLst>
            <pc:docMk/>
            <pc:sldMk cId="2285235809" sldId="258"/>
            <ac:spMk id="3" creationId="{C249A91B-1AF2-5860-51B3-0F961377191C}"/>
          </ac:spMkLst>
        </pc:spChg>
      </pc:sldChg>
      <pc:sldChg chg="modSp mod">
        <pc:chgData name="Toby Donaldson" userId="2e6e5431-bb17-4c41-9985-d39c50d83c73" providerId="ADAL" clId="{7F9681A8-EEE2-56F4-9B39-ECCBEE0471AC}" dt="2026-08-07T22:59:30.533" v="18" actId="20577"/>
        <pc:sldMkLst>
          <pc:docMk/>
          <pc:sldMk cId="2983885050" sldId="259"/>
        </pc:sldMkLst>
        <pc:spChg chg="mod">
          <ac:chgData name="Toby Donaldson" userId="2e6e5431-bb17-4c41-9985-d39c50d83c73" providerId="ADAL" clId="{7F9681A8-EEE2-56F4-9B39-ECCBEE0471AC}" dt="2026-08-07T22:59:30.533" v="18" actId="20577"/>
          <ac:spMkLst>
            <pc:docMk/>
            <pc:sldMk cId="2983885050" sldId="259"/>
            <ac:spMk id="3" creationId="{843068ED-BB18-52BE-8612-9CB7157D0305}"/>
          </ac:spMkLst>
        </pc:spChg>
      </pc:sldChg>
      <pc:sldChg chg="modSp mod">
        <pc:chgData name="Toby Donaldson" userId="2e6e5431-bb17-4c41-9985-d39c50d83c73" providerId="ADAL" clId="{7F9681A8-EEE2-56F4-9B39-ECCBEE0471AC}" dt="2026-08-07T23:01:42.145" v="175" actId="20577"/>
        <pc:sldMkLst>
          <pc:docMk/>
          <pc:sldMk cId="3378692664" sldId="260"/>
        </pc:sldMkLst>
        <pc:spChg chg="mod">
          <ac:chgData name="Toby Donaldson" userId="2e6e5431-bb17-4c41-9985-d39c50d83c73" providerId="ADAL" clId="{7F9681A8-EEE2-56F4-9B39-ECCBEE0471AC}" dt="2026-08-07T23:01:42.145" v="175" actId="20577"/>
          <ac:spMkLst>
            <pc:docMk/>
            <pc:sldMk cId="3378692664" sldId="260"/>
            <ac:spMk id="3" creationId="{64B84B77-0FD8-D56A-EE91-0F618FDAFFF8}"/>
          </ac:spMkLst>
        </pc:spChg>
      </pc:sldChg>
      <pc:sldChg chg="modSp mod">
        <pc:chgData name="Toby Donaldson" userId="2e6e5431-bb17-4c41-9985-d39c50d83c73" providerId="ADAL" clId="{7F9681A8-EEE2-56F4-9B39-ECCBEE0471AC}" dt="2026-08-07T23:00:41.642" v="96" actId="20577"/>
        <pc:sldMkLst>
          <pc:docMk/>
          <pc:sldMk cId="1714044195" sldId="261"/>
        </pc:sldMkLst>
        <pc:spChg chg="mod">
          <ac:chgData name="Toby Donaldson" userId="2e6e5431-bb17-4c41-9985-d39c50d83c73" providerId="ADAL" clId="{7F9681A8-EEE2-56F4-9B39-ECCBEE0471AC}" dt="2026-08-07T23:00:41.642" v="96" actId="20577"/>
          <ac:spMkLst>
            <pc:docMk/>
            <pc:sldMk cId="1714044195" sldId="261"/>
            <ac:spMk id="3" creationId="{7E38AC56-E7BF-C483-FD5A-73282855C22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D33E4-2064-2364-4274-9EBB19EEF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0FF17-8840-D9DD-553F-1B5FDD798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AE6ED-A60E-0D4B-7978-79B04923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DCB44-A8C1-90BE-0A06-0FA345560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2AD1D-0260-0E96-134B-3CD27A68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292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A46CA-2BC9-0934-FC37-BAAD1B824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4B417-1F1B-ADC2-43E2-9B2EDCDF2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70FA3-6A8A-23DA-2E04-CB965C48A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9FF95-5547-CE6D-5570-BEB1615BE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6D99-85E7-3502-F0D5-984CF0844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92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4E75A-310F-12B9-4FF0-730596AD0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F4B8E-2BF9-C104-EADE-796659EA9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5B294-31AB-9B76-85AD-7D7575A5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3FF75-B13C-16C4-BA79-747CDA76A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3413D-0879-FF43-3474-0B4C91DA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87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87B37-EE6F-D303-F92A-0539EC10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DB39A-F849-DF2F-92F9-307D57568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558E1-F5FF-5102-FDB7-2139B856C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C052A-0481-D0E9-7F73-A70AAF403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C53FE-277D-DC6D-378D-5FC5C8673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A3CC6-0DA4-7121-0CE7-58D700402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55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EA79F-131A-B9ED-9AC4-464EABD7F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FB903-E18C-15BF-3114-0B825A633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EBF36-8EEE-CF46-6621-A99353119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AF652A-EA07-4C73-2EC5-81E6934B11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47271B-901F-D87D-9DE4-81D0234433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827C30-F94B-0075-0AEF-98EB9B91A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8/7/26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AD8750-B7C2-37FA-4EA7-D093C3EEC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EA5AB6-98F9-BD89-B476-EFA9CBD7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63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28A27-131F-B49D-9898-E095F1A14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E4ABBF-F2A9-5EF9-004D-4A65DFEA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8/7/26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EB85FC-F1E4-6650-3EF0-24012D353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82D8E-1BBC-0E23-7139-380BDE60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3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9DDC3E-5856-2EA2-6CAD-BBFAF3BD8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8/7/26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8C4C3-F675-BB61-DDC9-B7B80DAB1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ED668-F772-87A6-5338-74E4CCB3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46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2BCE6-F6B6-ECF1-D9D8-1ABF81DB5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06333-7556-70DC-0636-8FECC90EA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C527D-FEEB-2766-62EC-FFCF058FD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28EDA0-1A6B-5A16-28FA-8902BAFD1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13D2E-BF86-7B7E-79D7-59CECC861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F99AC-C3F9-F092-7D99-049B54B1B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14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9A0E-002A-7A4A-2926-E362E4BD5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BF30D5-74C7-EF6B-D0B9-DE277EADAE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D016F3-E7F8-1E3F-BC5A-062264854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0C932-2F9F-1437-5432-8B6F514D1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E7CEE-BB7C-5C81-45B1-EBAC0B75E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AEB67-413D-105A-AA87-B64750680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44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7008E-AD0E-8341-89C4-1EB3981E7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6330C-D161-069A-CB1D-C83F26F1F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F0D09-E26E-1280-20E3-06D95FC0B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254FF-A248-D900-6CA0-01BDD502E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8A00A-7D47-5849-A529-56C0BA7C9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847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779D8D-B189-5F1D-5ACD-6304943B21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D7F0E-9BF7-3D75-1EC2-C9CECAAFE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80C62-5DEC-DA19-61BD-DF895728A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773FD-08FC-108C-018F-60A4B0D51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E3C32-7E11-7908-6933-9B4D181A4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301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6437F1-301D-2643-8EA9-3F98FAC97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4DA8C-08B9-756E-54EE-0E94A622F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A486E-B2F4-F723-0DED-7DB96A2D2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9F9635-12D6-CA48-83F0-27F24E8721A6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5834-2977-1D2A-FB07-19D70F4B0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ADDD7-FC5B-601B-F009-1E7597FA9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5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4407D-D12A-4EB5-3D45-394B55614B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CMPT 383</a:t>
            </a:r>
            <a:br>
              <a:rPr lang="en-US" dirty="0"/>
            </a:br>
            <a:r>
              <a:rPr lang="en-US" dirty="0"/>
              <a:t>Comparative Programming Languages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69060A-1B94-C5E8-1A39-5721CC58FD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Surrey</a:t>
            </a:r>
          </a:p>
          <a:p>
            <a:r>
              <a:rPr lang="en-US" dirty="0"/>
              <a:t>Fall 2026</a:t>
            </a:r>
          </a:p>
        </p:txBody>
      </p:sp>
    </p:spTree>
    <p:extLst>
      <p:ext uri="{BB962C8B-B14F-4D97-AF65-F5344CB8AC3E}">
        <p14:creationId xmlns:p14="http://schemas.microsoft.com/office/powerpoint/2010/main" val="917661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736E0-3BA2-3C80-3275-9F819EE0B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D92EC-EF6B-87D9-B8C2-4378B9BB5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course compares these programming languages:</a:t>
            </a:r>
          </a:p>
          <a:p>
            <a:pPr marL="0" indent="0">
              <a:buNone/>
            </a:pPr>
            <a:r>
              <a:rPr lang="en-US" b="1" dirty="0"/>
              <a:t>Python</a:t>
            </a:r>
          </a:p>
          <a:p>
            <a:pPr lvl="1"/>
            <a:r>
              <a:rPr lang="en-US" dirty="0"/>
              <a:t>Advanced features of one of the most popular programming languages ever.</a:t>
            </a:r>
          </a:p>
          <a:p>
            <a:pPr marL="0" indent="0">
              <a:buNone/>
            </a:pPr>
            <a:r>
              <a:rPr lang="en-US" b="1" dirty="0"/>
              <a:t>Racket</a:t>
            </a:r>
          </a:p>
          <a:p>
            <a:pPr lvl="1"/>
            <a:r>
              <a:rPr lang="en-US" dirty="0"/>
              <a:t>A version of LISP, an influential language first created in the 1950s. The programs are lists!</a:t>
            </a:r>
          </a:p>
          <a:p>
            <a:pPr marL="0" indent="0">
              <a:buNone/>
            </a:pPr>
            <a:r>
              <a:rPr lang="en-US" b="1" dirty="0"/>
              <a:t>Haskell</a:t>
            </a:r>
          </a:p>
          <a:p>
            <a:pPr lvl="1"/>
            <a:r>
              <a:rPr lang="en-US" dirty="0"/>
              <a:t>An elegant language that is similar spirit to LISP, but adds static type checking. Packed with all kind of interesting ideas.</a:t>
            </a:r>
          </a:p>
        </p:txBody>
      </p:sp>
    </p:spTree>
    <p:extLst>
      <p:ext uri="{BB962C8B-B14F-4D97-AF65-F5344CB8AC3E}">
        <p14:creationId xmlns:p14="http://schemas.microsoft.com/office/powerpoint/2010/main" val="3882066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68DEA-F084-80EB-E9BF-E246AED6E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9A91B-1AF2-5860-51B3-0F9613771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Throughout the semester there are 5 in-class 30-minute closed-book quizzes about the most recent course topics.</a:t>
            </a:r>
          </a:p>
          <a:p>
            <a:pPr lvl="1"/>
            <a:r>
              <a:rPr lang="en-US" dirty="0"/>
              <a:t>You must do these in-person.</a:t>
            </a:r>
          </a:p>
          <a:p>
            <a:pPr lvl="1"/>
            <a:r>
              <a:rPr lang="en-US" dirty="0"/>
              <a:t>If you miss one for </a:t>
            </a:r>
            <a:r>
              <a:rPr lang="en-US" b="1" dirty="0"/>
              <a:t>any reason</a:t>
            </a:r>
            <a:r>
              <a:rPr lang="en-US" dirty="0"/>
              <a:t>, your %-score on the final exam will replace the %-score of the missed quiz.</a:t>
            </a:r>
          </a:p>
          <a:p>
            <a:pPr lvl="1"/>
            <a:r>
              <a:rPr lang="en-US" dirty="0"/>
              <a:t>Similarly, if your %-score on the final is higher than a %-score on a quiz, we’ll replace that quiz with the final %-score.</a:t>
            </a:r>
          </a:p>
          <a:p>
            <a:pPr marL="0" indent="0">
              <a:buNone/>
            </a:pPr>
            <a:r>
              <a:rPr lang="en-US" dirty="0"/>
              <a:t>The final exam is 3 hours and covers the entire course.</a:t>
            </a:r>
          </a:p>
        </p:txBody>
      </p:sp>
    </p:spTree>
    <p:extLst>
      <p:ext uri="{BB962C8B-B14F-4D97-AF65-F5344CB8AC3E}">
        <p14:creationId xmlns:p14="http://schemas.microsoft.com/office/powerpoint/2010/main" val="2285235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93AA8-5131-DE9F-1359-60C129813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3FEA7-1D34-8F7B-AA26-9DACC9D2A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068ED-BB18-52BE-8612-9CB7157D0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are </a:t>
            </a:r>
            <a:r>
              <a:rPr lang="en-US" b="1" dirty="0"/>
              <a:t>no</a:t>
            </a:r>
            <a:r>
              <a:rPr lang="en-US" dirty="0"/>
              <a:t> assignments or projects worth any marks</a:t>
            </a:r>
          </a:p>
          <a:p>
            <a:pPr lvl="1"/>
            <a:r>
              <a:rPr lang="en-US" dirty="0"/>
              <a:t>But we will publish problem sets</a:t>
            </a:r>
          </a:p>
          <a:p>
            <a:pPr lvl="1"/>
            <a:r>
              <a:rPr lang="en-US" dirty="0"/>
              <a:t>If you </a:t>
            </a:r>
            <a:r>
              <a:rPr lang="en-US" b="1" dirty="0"/>
              <a:t>don’t</a:t>
            </a:r>
            <a:r>
              <a:rPr lang="en-US" dirty="0"/>
              <a:t> do the problem sets, you’ll may fail the quizzes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885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03630-C11A-B79D-B4D2-99CA8CAD5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the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84B77-0FD8-D56A-EE91-0F618FDAF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Linux is probably the easiest way to get install and use all the languages in this course.</a:t>
            </a:r>
          </a:p>
          <a:p>
            <a:r>
              <a:rPr lang="en-US" dirty="0"/>
              <a:t>VS Code (or similar programming editors) have helpful plug-ins for most languages.</a:t>
            </a:r>
          </a:p>
          <a:p>
            <a:r>
              <a:rPr lang="en-US" dirty="0"/>
              <a:t>You may find that AI is less helpful for Racket and Haskell : they are not that common in practice!</a:t>
            </a:r>
          </a:p>
          <a:p>
            <a:r>
              <a:rPr lang="en-US" dirty="0"/>
              <a:t>Use AI as tool to help your learn, but to do your learning for you</a:t>
            </a:r>
          </a:p>
        </p:txBody>
      </p:sp>
    </p:spTree>
    <p:extLst>
      <p:ext uri="{BB962C8B-B14F-4D97-AF65-F5344CB8AC3E}">
        <p14:creationId xmlns:p14="http://schemas.microsoft.com/office/powerpoint/2010/main" val="3378692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D45D1-5226-3CB9-3B03-D80B2E378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ECB42-D40A-B3B5-58D9-08867EB72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8AC56-E7BF-C483-FD5A-73282855C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We’ll use regular Python … make sure you use a recent version (e.g. from this year or last year).</a:t>
            </a:r>
          </a:p>
          <a:p>
            <a:r>
              <a:rPr lang="en-US" dirty="0"/>
              <a:t>We assume you know basic Python already.</a:t>
            </a:r>
          </a:p>
          <a:p>
            <a:r>
              <a:rPr lang="en-US" dirty="0"/>
              <a:t>We will investigate a variety of more advanced features</a:t>
            </a:r>
          </a:p>
        </p:txBody>
      </p:sp>
    </p:spTree>
    <p:extLst>
      <p:ext uri="{BB962C8B-B14F-4D97-AF65-F5344CB8AC3E}">
        <p14:creationId xmlns:p14="http://schemas.microsoft.com/office/powerpoint/2010/main" val="1714044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309</Words>
  <Application>Microsoft Macintosh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CMPT 383 Comparative Programming Languages</vt:lpstr>
      <vt:lpstr>Introduction</vt:lpstr>
      <vt:lpstr>Marking</vt:lpstr>
      <vt:lpstr>Marking</vt:lpstr>
      <vt:lpstr>Installing the Languages</vt:lpstr>
      <vt:lpstr>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2026-05-12T03:18:48Z</dcterms:created>
  <dcterms:modified xsi:type="dcterms:W3CDTF">2026-08-07T23:01:47Z</dcterms:modified>
</cp:coreProperties>
</file>